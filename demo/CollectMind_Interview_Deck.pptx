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"/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7899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18181B"/>
                </a:solidFill>
                <a:latin typeface="Inter"/>
              </a:rPr>
              <a:t>CollectMind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3F3F46"/>
                </a:solidFill>
                <a:latin typeface="Inter"/>
              </a:rPr>
              <a:t>Agentic vehicle-telemetry policy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8181B"/>
                </a:solidFill>
                <a:latin typeface="Inter"/>
              </a:rPr>
              <a:t>The diagnostic-to-collection loop, closed under SLM rigor.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3F3F46"/>
                </a:solidFill>
                <a:latin typeface="Inter"/>
              </a:rPr>
              <a:t>Open-weight SLM under decode-time grammar constraints · multi-tenant RLS · immutable audit chain · deterministic CI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71717A"/>
                </a:solidFill>
                <a:latin typeface="Inter"/>
              </a:rPr>
              <a:t>Arun Veligatla · Sonatus interview demo · 2026-05-14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arunveligatla99.github.io/snts_collectmind  ·  github.com/arunveligatla99/snts_collectmind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Between an AI Technician hypothesis and a deployed collection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constitution v1.0.1 · Principle I (production-grade by default)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Inter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8181B"/>
                </a:solidFill>
                <a:latin typeface="Inter"/>
              </a:rPr>
              <a:t>Diagnostic hypothesis → Slack thread → ticket → engineer hand-codes a policy → reviewer eyeballs it → ops deploys.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Inter"/>
              </a:rPr>
              <a:t>LOST IN THE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8181B"/>
                </a:solidFill>
                <a:latin typeface="Inter"/>
              </a:rPr>
              <a:t>Provenance (who generated, which model, which seed, which template). Multi-tenant scoping. Outcome feedback. The fingerprint of the deployed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09728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1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Inter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59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8181B"/>
                </a:solidFill>
                <a:latin typeface="Inter"/>
              </a:rPr>
              <a:t>Audit is reconstructed from logs, not queried. Tenant isolation is policy, not enforcement. Outcome data never makes it back to the next hypothesis.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WHAT COLLECTMIND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Closes the loop with four agentic nodes + an immutable audit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constitution Principle XII (agent boundaries) · ADR-0003 (constrained decoding)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078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6D28D9"/>
                </a:solidFill>
                <a:latin typeface="Inter"/>
              </a:rPr>
              <a:t>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0078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Inter"/>
              </a:rPr>
              <a:t>Deterministic Python. Routes the finding through the graph.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0972800" cy="82296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6090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6D28D9"/>
                </a:solidFill>
                <a:latin typeface="Inter"/>
              </a:rPr>
              <a:t>Policy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6090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Inter"/>
              </a:rPr>
              <a:t>Only node that calls a model. SLM emits a CollectionPolicySpec under outlines grammar constraints.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2102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6D28D9"/>
                </a:solidFill>
                <a:latin typeface="Inter"/>
              </a:rPr>
              <a:t>Policy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62102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Inter"/>
              </a:rPr>
              <a:t>VSS v6.0 vocabulary + PII consent + governance flags. Failures route back to the generator with errors in the retry prompt.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10972800" cy="82296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8114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6D28D9"/>
                </a:solidFill>
                <a:latin typeface="Inter"/>
              </a:rPr>
              <a:t>Policy Deployer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58114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Inter"/>
              </a:rPr>
              <a:t>Signs at registry-write. Ships through the Collector AI client. Tenant-scope check is the FIRST gate.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59"/>
            <a:ext cx="10972800" cy="82296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4126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6D28D9"/>
                </a:solidFill>
                <a:latin typeface="Inter"/>
              </a:rPr>
              <a:t>Audit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54126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Inter"/>
              </a:rPr>
              <a:t>Every node writes an immutable audit row. FR-017a minimum field set on every kind=generated 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Cloud control plane · SLM container has no egress except OTLP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constitution Principle XIII (SLM-first, isolated, swappable) · `infra/terraform/networking/main.tf`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AI Technician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diagnostic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82880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92024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Orchestration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28600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POST /findings · 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Rate limiter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token bucket · 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82880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2024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8600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Orch · Gen · Validate ·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828800"/>
            <a:ext cx="1874519" cy="914400"/>
          </a:xfrm>
          <a:prstGeom prst="rect">
            <a:avLst/>
          </a:prstGeom>
          <a:solidFill>
            <a:srgbClr val="EEE9FE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92024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SLM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8600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Qwen2.5-7B · vLLM · outlines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Query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/policies /audit /outcome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84048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3192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Audit-Admin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9768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break-glass · operator JWT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84048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3192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9768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Postgres + Timescale · RLS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840480"/>
            <a:ext cx="1874519" cy="9144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93192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Collector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9768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deployment client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3840480"/>
            <a:ext cx="1874519" cy="914400"/>
          </a:xfrm>
          <a:prstGeom prst="rect">
            <a:avLst/>
          </a:prstGeom>
          <a:solidFill>
            <a:srgbClr val="EEE9FE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93192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Inter"/>
              </a:rPr>
              <a:t>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29768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F3F46"/>
                </a:solidFill>
                <a:latin typeface="Inter"/>
              </a:rPr>
              <a:t>OTel · Prom · Grafana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40280" y="2286000"/>
            <a:ext cx="182880" cy="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97680" y="2286000"/>
            <a:ext cx="182880" cy="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55080" y="2286000"/>
            <a:ext cx="182880" cy="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12480" y="2286000"/>
            <a:ext cx="182880" cy="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413248" y="2743200"/>
            <a:ext cx="2066544" cy="109728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79792" y="2743200"/>
            <a:ext cx="0" cy="109728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28048" y="2743200"/>
            <a:ext cx="0" cy="1097280"/>
          </a:xfrm>
          <a:prstGeom prst="bentConnector3">
            <a:avLst/>
          </a:prstGeom>
          <a:ln w="19050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65760" y="5212080"/>
            <a:ext cx="1005840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2303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audit_events  —  every node writes an immutable row · FR-017a fields on every kind=generated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THE CONSTITUTION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18 principles · 7 non-negotiable · v1.0.1 (ratified 2026-05-09)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.specify/memory/constitution.md · NON-NEGOTIABLE deviations require a constitution amendment, not an ADR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Tests Are Load-Bearing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7627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≥85% coverage · test-first · red-phase commits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470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VII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2880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CI/CD Gates Merges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7627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lint · type · unit · contract · integration · scan · SBOM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39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4436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26079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Security as a First-Class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73551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JWT · Pydantic v2 · SHA-pinned weights · gitleaks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834639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94436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26079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Vehicle Telemetry Data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273551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VSS v6.0 · PII consent · per-tenant isolation · 90-day retention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0416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XI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23359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Performance SLOs Are Measured, Not Aspired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70831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binding SC-001…SC-014 · breach fails the 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931920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0416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XIII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23359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SLM-First, Isolated, Swappable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370831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open-weight SLM default · LLM is opt-in · pinned revision SHA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29200"/>
            <a:ext cx="5440680" cy="96012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13892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D28D9"/>
                </a:solidFill>
                <a:latin typeface="JetBrains Mono"/>
              </a:rPr>
              <a:t>XIV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1206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Deterministic, Budgeted Model Execution in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46811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3F46"/>
                </a:solidFill>
                <a:latin typeface="Inter"/>
              </a:rPr>
              <a:t>real SLM in contract+int · stub in load+soak · gated full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8181B"/>
                </a:solidFill>
                <a:latin typeface="Inter"/>
              </a:rPr>
              <a:t>Every PR held to this bar — not just the first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FEATURE 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policy-loop vertical slice · shipped (990b437 + a49939e)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docs/runbook/feature-001-readiness-review.md · every NON-NEGOTIABLE PASS with a named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Inter"/>
              </a:rPr>
              <a:t>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8181B"/>
                </a:solidFill>
                <a:latin typeface="Inter"/>
              </a:rPr>
              <a:t>4-node LangGraph (Orchestrator · Generator · Validator · Deployer)  ·  real SLM in CI contract + integration (temp=0, seed=0xC0FFEE)  ·  RLS-scoped audit_events with FR-017a minimum field set  ·  immutable policy registry  ·  Collector AI simulator with VSS v6.0 enforcement  ·  Grafana dashboard + Alertmanager + runbooks  ·  Locust smoke load on PR-tier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Inter"/>
              </a:rPr>
              <a:t>Anchoring ADRs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033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Pin COVESA VSS to v6.0 (canonical signal vocabulary).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959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959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Default SLM Qwen2.5-7B-Instruct at HF revision SHA a09a35458…  (Proposed; eval baseline gated to GPU runner).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885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88536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outlines as the constrained-decoding library.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994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9943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Deterministic-fingerprint stub for load + soak (Principle XIV split).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ECS-on-EC2 with g5/g6 GPU node group on AWS.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84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846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DevDefaultPolicyClient for local foundation smoke (startup-guarded).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FEATURE 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multi-tenant isolation · shipped (6b46c78)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docs/runbook/feature-002-readiness-review.md · all 14 phases closed · ADR-0007 + ADR-0009 promoted Accepted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Inter"/>
              </a:rPr>
              <a:t>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8181B"/>
                </a:solidFill>
                <a:latin typeface="Inter"/>
              </a:rPr>
              <a:t>RESTRICTIVE RLS on every tenant-scoped table + collectmind_tenant role + SET LOCAL ROLE pattern  ·  break-glass router (distinct audience, atomic kind=break_glass audit row)  ·  per-tenant token-bucket rate limit (Redis Lua, 3-branch failure-CLOSED)  ·  hot-store key migration to tenant_id:vehicle_id:signal_name (env-gated dual-read + Fatal deadline)  ·  deployer-node tenant-scope check (Fatal supersedes Recoverable retry by topology)  ·  tenant_vehicles + tenant_vehicles_history with immutability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Inter"/>
              </a:rPr>
              <a:t>Anchoring ADRs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RESTRICTIVE RLS + PERMISSIVE baseline + break-glass with atomic audit  (Accepted).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26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Per-tenant rate limiting + hot-store key migration mechanism  (Proposed; promotes on first workflow_dispatch SC-002+SC-003).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D28D9"/>
                </a:solidFill>
                <a:latin typeface="JetBrains Mono"/>
              </a:rPr>
              <a:t>ADR-0009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292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Tenant-vehicle ownership store: mutable current row + append-only history + write-through Redis cache  (Accepted).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ENGINEERING RIGOR — MEASURED, NOT ASPIRED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Principle XI binds; Principle XIV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constitution Principles XI + XIV · docs/PROJECT_STATE.md (recorded measurements section)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Inter"/>
              </a:rPr>
              <a:t>Measured (local runs · no fabrication)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SC-006 dashboard 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756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JetBrains Mono"/>
              </a:rPr>
              <a:t>2.11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07568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budget 10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7568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Inter"/>
              </a:rPr>
              <a:t>~5×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075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T136 · max of 5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SC-008 quickstart e2e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JetBrains Mono"/>
              </a:rPr>
              <a:t>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5146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budget 600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1460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Inter"/>
              </a:rPr>
              <a:t>~200×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5146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T292 · warm Compose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9504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5351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Coverage (Principle IV)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95351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JetBrains Mono"/>
              </a:rPr>
              <a:t>85.36 %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953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budget ≥ 85 %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535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Inter"/>
              </a:rPr>
              <a:t>+0.36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5351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T285 · across-tier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924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Smoke load p50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39242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JetBrains Mono"/>
              </a:rPr>
              <a:t>50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3924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budget 4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39242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Inter"/>
              </a:rPr>
              <a:t>~80×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3924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T134 · 280 req · 0 fail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67328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3133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CI wall-clock (SC-009)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83133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JetBrains Mono"/>
              </a:rPr>
              <a:t>11m 02s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83133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budget 20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83133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Inter"/>
              </a:rPr>
              <a:t>9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83133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PR #1 · run 25775623611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Inter"/>
              </a:rPr>
              <a:t>Gated (workflow_dispatch · nightly · GPU runner)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37760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00176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D97706"/>
                </a:solidFill>
                <a:latin typeface="JetBrains Mono"/>
              </a:rPr>
              <a:t>SC-002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001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1000 ev/s/tenant · 30 min · ≥ 99.9 %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00176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workflow_dispatch · locust quitting hook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76672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44068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D97706"/>
                </a:solidFill>
                <a:latin typeface="JetBrains Mono"/>
              </a:rPr>
              <a:t>SC-003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54406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24h soak · mem growth ≤ 5 % · err ≤ 0.1 %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4406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nightly · post-run RSS gate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815584"/>
            <a:ext cx="10972800" cy="384048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87959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D97706"/>
                </a:solidFill>
                <a:latin typeface="JetBrains Mono"/>
              </a:rPr>
              <a:t>ADR-0002 eval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8795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VSS pass rate + p50 gen latency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8795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1717A"/>
                </a:solidFill>
                <a:latin typeface="Inter"/>
              </a:rPr>
              <a:t>[self-hosted, gpu] · eval-suite job · bracketed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What's not measured here is gated, not skipped. The gating condition is named.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AUDIT IS 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FR-017a minimum field set on every kind=generated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constitution Principle XVII · src/collectmind/registry/audit.py · raises ValueError if any FR-017a field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F3F46"/>
                </a:solidFill>
                <a:latin typeface="Inter"/>
              </a:rPr>
              <a:t>One row from the demo's audit chain (recorded mode, tenant-a)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"event_id":              "01HW1A2B3C4D5E6F7G8H9J0KQA-02"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22576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"kind":                  "generated"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"occurred_at":           "2026-05-13T12:00:01.347Z"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"correlation_id":        "01HW1A2B3C4D5E6F7G8H9J0KQA"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"principal_subject":     "graph/policy-generator"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"slm_repo":              "Qwen/Qwen2.5-7B-Instruct"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"slm_revision_sha":      "a09a35458c702b33eeacc393d103063234e8bc28"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958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"slm_runtime":           "vllm"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3075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"slm_runtime_version":   "0.20.1"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"slm_quantization":      "bf16"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"slm_decoding_seed":     12648430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34256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"prompt_template_version": "1.0.0"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3542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"policy_ref":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3659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   "tenant_id": "tenant-a",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59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   "policy_id": "pol-tenant-a-brake-wear",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7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   "version":   "1.0.0"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0095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8181B"/>
                </a:solidFill>
                <a:latin typeface="JetBrains Mono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Inter"/>
              </a:rPr>
              <a:t>Audit is not logging. Audit is the contract — queryable by API, immutable at schema 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MULTI-TENANT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RESTRICTIVE RLS by default · break-glass is a distinct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ADR-0007 · src/collectmind/registry/db.py (Database.acquire) · audit-admin.v1.yaml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645920"/>
            <a:ext cx="5303520" cy="4206240"/>
          </a:xfrm>
          <a:prstGeom prst="rect">
            <a:avLst/>
          </a:prstGeom>
          <a:solidFill>
            <a:srgbClr val="EEE9FE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Tenant path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collectmind-tenant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DB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collectmind_tenant (non-BYPASSRLS)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RLS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3872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RESTRICTIVE per-tenant + PERMISSIVE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CROSS-TENANT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8736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HTTP 404 (FR-006: no existence oracle)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CODE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36007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src/collectmind/auth/dependencies.py → Database.acquire(tenant_id)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79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84647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tests/integration/test_rls_restrictive.py · 3-assertion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19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COST ON BYPASS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33287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structurally impossible — role is non-BYPASSRLS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783080"/>
            <a:ext cx="493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Inter"/>
              </a:rPr>
              <a:t>Break-glass path (operator-only)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4028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44144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collectmind-operator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78892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DB PRIMITIVE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99008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service-principal connection (BYPASSRLS)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RLS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53872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bypassed — parameterized on tenant_scope, not widenable mid-flight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ATOMIC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87368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kind=break_glass row inside same txn as bypassed SELECT (FR-005b)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34840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CODE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636007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src/collectmind/audit_admin/api.py — distinct router, shares no code with the tenant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983479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REASON CODES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184647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5 enumerated · extension requires ADR-0007 amendment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32119"/>
            <a:ext cx="493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D28D9"/>
                </a:solidFill>
                <a:latin typeface="Inter"/>
              </a:rPr>
              <a:t>ALERTING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733287"/>
            <a:ext cx="49377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8181B"/>
                </a:solidFill>
                <a:latin typeface="Inter"/>
              </a:rPr>
              <a:t>BreakGlassInvoked page-tier + BreakGlassBurstInvocation critical-tier (per operator)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THE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Reproducible methodology: two features shipped through this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Spec-Kit · constitution.md is the highest-priority artifact · overrides every plan choice in conflict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constitution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highest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ADR(s)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non-obvious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65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/speckit-specify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what +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509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/speckit-clarify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underspecified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53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/speckit-plan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tech +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397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/speckit-tasks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dependency-ordered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841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red commits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tests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285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/speckit-implement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drive green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292" y="2880360"/>
            <a:ext cx="9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A1A1AA"/>
                </a:solidFill>
                <a:latin typeface="Inter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2377440"/>
            <a:ext cx="1143000" cy="1371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0" y="25146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JetBrains Mono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7312" y="2880360"/>
            <a:ext cx="996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Inter"/>
              </a:rPr>
              <a:t>readiness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3264408"/>
            <a:ext cx="996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F3F46"/>
                </a:solidFill>
                <a:latin typeface="Inter"/>
              </a:rPr>
              <a:t>every NN 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8181B"/>
                </a:solidFill>
                <a:latin typeface="Inter"/>
              </a:rPr>
              <a:t>Feature 001 closed at 990b437 + a49939e · feature 002 closed at 6b46c78 · same loop both times.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Inter"/>
              </a:rPr>
              <a:t>Feature 003 will run the same cadence. Methodology is reproducible, not improvised.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WHAT'S DEFERRED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Deferrals are named, not silent · each gated to a real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docs/PROJECT_STATE.md → "What is next — Phase 7" table · constitution Principle XI no-fabrication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00" cy="685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ADR-0002 eval baseline + Accepted promotion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7647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GPU runner not yet attached to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764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D28D9"/>
                </a:solidFill>
                <a:latin typeface="JetBrains Mono"/>
              </a:rPr>
              <a:t>GATE: First successful workflow_dispatch eval-suite on [self-hosted, gpu]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10972800" cy="685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146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ADR-0008 promotion to Accepted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Local-stack covers structural primitives; production-rate verification is the missing piece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146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D28D9"/>
                </a:solidFill>
                <a:latin typeface="JetBrains Mono"/>
              </a:rPr>
              <a:t>GATE: First workflow_dispatch SC-002 + SC-003 runs against the rate-limited orchestration-api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91256"/>
            <a:ext cx="10972800" cy="685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6440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SC-009 rolling-5-PR aggregator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644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Inaugural run at 11m 02s — aggregator not needed at the inaugural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26440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D28D9"/>
                </a:solidFill>
                <a:latin typeface="JetBrains Mono"/>
              </a:rPr>
              <a:t>GATE: First PR-tier run trending toward the 18-min warning 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41063"/>
            <a:ext cx="10972800" cy="685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014215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Supply-chain refresh sweep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14215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Trivy + pip-audit + Syft cataloger config + base image + 8 pinned-dep bumps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014215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D28D9"/>
                </a:solidFill>
                <a:latin typeface="JetBrains Mono"/>
              </a:rPr>
              <a:t>GATE: Deliberate dependency-update sprint; PR titled chore: supply-chain refresh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90872"/>
            <a:ext cx="10972800" cy="685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764024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test_rls_migration_rollback schema_migrations desync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6402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Pre-existing test-infra flake; rollback helpers skip the tracking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764024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D28D9"/>
                </a:solidFill>
                <a:latin typeface="JetBrains Mono"/>
              </a:rPr>
              <a:t>GATE: Two-line fix; clear schema_migrations rows in the rollback helper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51383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Inter"/>
              </a:rPr>
              <a:t>Unit-tier coverage parity for feature-002 routers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5138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F3F46"/>
                </a:solidFill>
                <a:latin typeface="Inter"/>
              </a:rPr>
              <a:t>Feature-002 routers reachable only through contract/integration tiers; unit cov ≈ 83 %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51383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D28D9"/>
                </a:solidFill>
                <a:latin typeface="JetBrains Mono"/>
              </a:rPr>
              <a:t>GATE: Add mocked unit-tier tests (TestClient + AsyncMock); re-tighten unit gate to 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Deployed UI · recorded mode · public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GitHub Pages · same artifact builds for Vercel (Q2 build-prompt decision) · cd demo &amp;&amp; vercel --prod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00" cy="1828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8181B"/>
                </a:solidFill>
                <a:latin typeface="JetBrains Mono"/>
              </a:rPr>
              <a:t>arunveligatla99.github.io/snts_collectmind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F3F46"/>
                </a:solidFill>
                <a:latin typeface="Inter"/>
              </a:rPr>
              <a:t>Recorded-mode build (deployed-only posture; no public Compose, no shipped tokens). Six routes: Overview · Operator · Audit · SLO · Tenants · Docs.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10972800" cy="18288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8181B"/>
                </a:solidFill>
                <a:latin typeface="JetBrains Mono"/>
              </a:rPr>
              <a:t>github.com/arunveligatla99/snts_collectmind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F3F46"/>
                </a:solidFill>
                <a:latin typeface="Inter"/>
              </a:rPr>
              <a:t>Branch arun/develop carries feature 001 + 002 shipped. Branch arun/demo-ui carries the demo UI. Constitution at .specify/memory/constitution.md.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JetBrains Mono"/>
              </a:rPr>
              <a:t>make demo  ·  make demo-test  ·  make demo-build  ·  bash demo/scripts/record_fixtures.sh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Inter"/>
              </a:rPr>
              <a:t>WHY I'M INTERESTED IN SONATUS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Inter"/>
              </a:rPr>
              <a:t>[fill in your own words]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1717A"/>
                </a:solidFill>
                <a:latin typeface="JetBrains Mono"/>
              </a:rPr>
              <a:t>placeholder · personal narrative · one slide · no boilerplate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A1A1AA"/>
                </a:solidFill>
                <a:latin typeface="Inter"/>
              </a:rPr>
              <a:t>[Your narrative goes here.]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F3F46"/>
                </a:solidFill>
                <a:latin typeface="Inter"/>
              </a:rPr>
              <a:t>Anchor points if useful: AI Director's edge-AI + SLM thesis · OEM-customer audit and compliance posture · the in-vehicle vs. cloud split · production-grade vs. demo-grade engineering rigor.</a:t>
            </a:r>
            <a:br/>
            <a:br/>
            <a:r>
              <a:t>Replace this text with one paragraph in your own voice.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18181B"/>
                </a:solidFill>
                <a:latin typeface="Inter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3F3F46"/>
                </a:solidFill>
                <a:latin typeface="Inter"/>
              </a:rPr>
              <a:t>Happy to deep-dive any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10972800" cy="219456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8181B"/>
                </a:solidFill>
                <a:latin typeface="Inter"/>
              </a:rPr>
              <a:t>Arun Veligatla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JetBrains Mono"/>
              </a:rPr>
              <a:t>arun.veligatla@gmail.com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8181B"/>
                </a:solidFill>
                <a:latin typeface="JetBrains Mono"/>
              </a:rPr>
              <a:t>github.com/arunveligatla99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D28D9"/>
                </a:solidFill>
                <a:latin typeface="JetBrains Mono"/>
              </a:rPr>
              <a:t>arunveligatla99.github.io/snts_collectmind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